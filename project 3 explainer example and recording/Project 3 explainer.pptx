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60" r:id="rId4"/>
    <p:sldId id="261" r:id="rId5"/>
    <p:sldId id="262" r:id="rId6"/>
    <p:sldId id="263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30A1-EEFB-84FE-864A-463CC7BC6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78237-F7DB-BDA2-9831-EA4C6E2CC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0E610-19BF-FCF2-6BAF-554561EC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6FE2-7F77-1BA6-9D06-B10C3388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DC2E8-082D-7C86-8C35-4245705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8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2A39-B81E-2F0F-3FCD-F8C5F25D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EF59-10BA-AA57-868E-2BE5360EB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7F7B9-E789-F9C8-5738-163ECFEB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5F661-4568-FEED-0AA3-4FA60E25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7BEB5-DC82-60ED-416C-64B0D23F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2385-EA69-C69F-12BA-3BD8C5C2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D5F3B-C0D4-2850-33EE-CD8C50AF7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A22EE-E65B-7057-99B6-CF3A58E0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18388-FF4F-416D-D487-2B91B14F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218F-9202-D228-29B2-63B883DD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6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542A-D153-3DDD-BD04-144E4140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A7F6B-2AFE-BA21-E839-1838EEBC4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9FFEA-BE1F-99ED-2551-3D8E10096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3DB5C-316D-8AA3-2107-43CB2607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0752B-8577-C7C0-C5F7-E5C8F929A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1D1A4-A882-8785-0FA8-336A9829C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2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8169-0F4E-4B5C-28F3-B267FF56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ABA99-A57D-CFA2-46E9-9C3429D7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2D1CA-3F5D-4800-8B37-129548BD8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7C1B2-E6B9-4ED5-827E-21664F9AE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79E60-36DC-C592-4EA4-712260AB7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7B735-36E5-DBF1-834B-03458494C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954BF-29CF-03BB-F283-4E3A84CF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663B2A-E34F-83BA-213A-D65FB9F1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1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3F06-0186-814B-C6A6-B7E0E96F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40016-A569-E208-5712-DC717807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66E84-7C27-AC77-B74A-1525A23C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B393D-538F-68C9-63C4-77BBA909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1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C4547-AAA8-36C1-D13F-D3E1C3E8C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A6BA9-D722-E07A-71D1-8A662F58A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1D54A-5E96-40DC-5E09-DD5ED92F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8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8597-67E7-D87A-E20A-DD28F8E1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38F85-1295-3E5D-060D-966FE0F74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4C6CA-3594-2E24-CCC5-FADD66B45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3A7C8-6C60-1793-D0F1-AE5AFFDA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D3234-4389-4148-F59A-40FB5916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E09ED-A63E-771C-40FB-78716842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8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B498-A857-5CA5-BB6D-A24B3251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7B383-82C2-2A17-0E2E-A2D0B9CE9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4B1BE-73B1-DD67-D1B4-E0A11DE80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ADA7C-9A01-EEF0-107D-B195B542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DF6EC-9511-C6AC-18A4-0EAF138B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65878-2925-0DB9-3B4A-631EAD24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6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A327-A013-FD55-0E19-6E933938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E74BF-9A86-FEF8-6D90-5C38847C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34230-B5C8-B6F4-B2FF-E3E9C7AD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FA3D7-100C-AD15-CE13-16DC527F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94378-A4DE-6016-E22C-A4465AE9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9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F45AF-F4DC-3E3B-F463-10BAD7146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95128-DB06-14E7-96CC-771E21E3C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286E5-E311-BF6F-9871-7A0A9A82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21F0D-EF35-E97D-34D3-3C35DF38A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43686-1592-A6E7-51CC-F16F1D9B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7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B8A216-8684-A0DC-09BB-18B86A6F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A136B-589D-BF7F-C046-7FAEFC310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495C1-DC0F-D997-5498-10B032148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F3437-0352-4AE9-93F3-3E3EBBF1A597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EFC38-85DC-9DF9-C4E2-5E543C752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61FBD-3D3C-C36C-B96E-0C739092D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8AA0D-4F50-4F1C-BB2A-30F3327AC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7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DB71-98DC-2B38-3FD9-E313FAFB4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absolute bare minimum of PM knowledge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E57CB-40C7-A6D8-EE15-31FDF1F07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20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33E5684F-9524-414B-ADBE-BAE7E0D73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63FEB-3F0C-B553-EDF0-D5B091333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90"/>
            <a:ext cx="3999971" cy="1686349"/>
          </a:xfrm>
        </p:spPr>
        <p:txBody>
          <a:bodyPr>
            <a:normAutofit/>
          </a:bodyPr>
          <a:lstStyle/>
          <a:p>
            <a:r>
              <a:rPr lang="en-US" sz="4000" dirty="0"/>
              <a:t>What even is a Product Manager</a:t>
            </a:r>
          </a:p>
        </p:txBody>
      </p:sp>
      <p:sp>
        <p:nvSpPr>
          <p:cNvPr id="2058" name="Content Placeholder 2057">
            <a:extLst>
              <a:ext uri="{FF2B5EF4-FFF2-40B4-BE49-F238E27FC236}">
                <a16:creationId xmlns:a16="http://schemas.microsoft.com/office/drawing/2014/main" id="{474B197D-B03A-51A8-F606-BE207330A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5254"/>
            <a:ext cx="3999971" cy="3707050"/>
          </a:xfrm>
        </p:spPr>
        <p:txBody>
          <a:bodyPr>
            <a:normAutofit/>
          </a:bodyPr>
          <a:lstStyle/>
          <a:p>
            <a:r>
              <a:rPr lang="en-US" sz="2000" dirty="0"/>
              <a:t>The person who eats shit from developers and business alike</a:t>
            </a:r>
          </a:p>
          <a:p>
            <a:pPr lvl="1"/>
            <a:r>
              <a:rPr lang="en-US" sz="1600" dirty="0"/>
              <a:t>(good for you)</a:t>
            </a:r>
          </a:p>
          <a:p>
            <a:pPr lvl="1"/>
            <a:endParaRPr lang="en-US" sz="1600" dirty="0"/>
          </a:p>
          <a:p>
            <a:r>
              <a:rPr lang="en-US" sz="2000" dirty="0"/>
              <a:t>Responsible for:</a:t>
            </a:r>
          </a:p>
          <a:p>
            <a:pPr lvl="1"/>
            <a:r>
              <a:rPr lang="en-US" sz="1600" dirty="0"/>
              <a:t>Deadlines get met</a:t>
            </a:r>
          </a:p>
          <a:p>
            <a:pPr lvl="1"/>
            <a:r>
              <a:rPr lang="en-US" sz="1600" dirty="0"/>
              <a:t>Features get defined</a:t>
            </a:r>
          </a:p>
          <a:p>
            <a:pPr lvl="1"/>
            <a:r>
              <a:rPr lang="en-US" sz="1600" dirty="0"/>
              <a:t>Developers know what to do</a:t>
            </a:r>
          </a:p>
          <a:p>
            <a:pPr lvl="1"/>
            <a:endParaRPr lang="en-US" sz="1600" dirty="0"/>
          </a:p>
          <a:p>
            <a:r>
              <a:rPr lang="en-US" sz="2000" dirty="0"/>
              <a:t>“Influencing without authority”</a:t>
            </a:r>
          </a:p>
          <a:p>
            <a:endParaRPr lang="en-US" sz="2000" dirty="0"/>
          </a:p>
        </p:txBody>
      </p:sp>
      <p:pic>
        <p:nvPicPr>
          <p:cNvPr id="2064" name="Picture 16" descr="white rabbit holding a clock ...">
            <a:extLst>
              <a:ext uri="{FF2B5EF4-FFF2-40B4-BE49-F238E27FC236}">
                <a16:creationId xmlns:a16="http://schemas.microsoft.com/office/drawing/2014/main" id="{B9CF9182-7137-3E29-3A05-EDC77BBA8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401" y="953453"/>
            <a:ext cx="3523999" cy="440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09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E4CE-030E-64E0-7CF3-C27FD5C3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0F53C-EC4C-929F-1B8A-6687A7B71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Get Creative, but grounded</a:t>
            </a:r>
          </a:p>
          <a:p>
            <a:r>
              <a:rPr lang="en-US" dirty="0"/>
              <a:t>What does the life of your targeted user look like?</a:t>
            </a:r>
          </a:p>
          <a:p>
            <a:pPr lvl="1"/>
            <a:r>
              <a:rPr lang="en-US" dirty="0"/>
              <a:t>In College/Out of College?</a:t>
            </a:r>
          </a:p>
          <a:p>
            <a:pPr lvl="1"/>
            <a:r>
              <a:rPr lang="en-US" dirty="0"/>
              <a:t>Kids?</a:t>
            </a:r>
          </a:p>
          <a:p>
            <a:pPr lvl="1"/>
            <a:r>
              <a:rPr lang="en-US" dirty="0"/>
              <a:t>Income Level?</a:t>
            </a:r>
          </a:p>
          <a:p>
            <a:pPr lvl="1"/>
            <a:r>
              <a:rPr lang="en-US" dirty="0"/>
              <a:t>Age?</a:t>
            </a:r>
          </a:p>
          <a:p>
            <a:pPr lvl="1"/>
            <a:r>
              <a:rPr lang="en-US" dirty="0"/>
              <a:t>Hobbies?</a:t>
            </a:r>
          </a:p>
          <a:p>
            <a:pPr lvl="1"/>
            <a:r>
              <a:rPr lang="en-US" dirty="0"/>
              <a:t>Knowledge Level?</a:t>
            </a:r>
          </a:p>
          <a:p>
            <a:r>
              <a:rPr lang="en-US" dirty="0"/>
              <a:t>Reddit can give you, verbatim, pain points of </a:t>
            </a:r>
            <a:r>
              <a:rPr lang="en-US" dirty="0" err="1"/>
              <a:t>ur</a:t>
            </a:r>
            <a:r>
              <a:rPr lang="en-US" dirty="0"/>
              <a:t> users</a:t>
            </a:r>
          </a:p>
          <a:p>
            <a:r>
              <a:rPr lang="en-US" b="1" dirty="0"/>
              <a:t>Key Thing to ask yourself: what problem am I trying to solve that my persona couldn’t solve themselves?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86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7CF2-E3FA-62C7-FFE1-C760DE7C2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765C-7DAF-928F-4EC4-CD1977C59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Pick One Number:</a:t>
            </a:r>
          </a:p>
          <a:p>
            <a:r>
              <a:rPr lang="en-US" b="1" dirty="0"/>
              <a:t>First: How many of X do we need to be successful?</a:t>
            </a:r>
          </a:p>
          <a:p>
            <a:pPr lvl="1"/>
            <a:r>
              <a:rPr lang="en-US" b="1" dirty="0"/>
              <a:t>X can be:</a:t>
            </a:r>
          </a:p>
          <a:p>
            <a:pPr lvl="2"/>
            <a:r>
              <a:rPr lang="en-US" b="1" dirty="0"/>
              <a:t>Daily active Users (DAU)</a:t>
            </a:r>
          </a:p>
          <a:p>
            <a:pPr lvl="2"/>
            <a:r>
              <a:rPr lang="en-US" b="1" dirty="0"/>
              <a:t>Click through rates</a:t>
            </a:r>
          </a:p>
          <a:p>
            <a:pPr lvl="2"/>
            <a:r>
              <a:rPr lang="en-US" b="1" dirty="0"/>
              <a:t>Returning Site visitors</a:t>
            </a:r>
          </a:p>
          <a:p>
            <a:pPr lvl="2"/>
            <a:r>
              <a:rPr lang="en-US" b="1" dirty="0"/>
              <a:t>Time spent on average per user on the site </a:t>
            </a:r>
          </a:p>
          <a:p>
            <a:pPr lvl="2"/>
            <a:r>
              <a:rPr lang="en-US" b="1" dirty="0"/>
              <a:t>Downloads (not recommended)</a:t>
            </a:r>
          </a:p>
          <a:p>
            <a:pPr lvl="2"/>
            <a:r>
              <a:rPr lang="en-US" b="1" dirty="0"/>
              <a:t>Page Views (not recommended)</a:t>
            </a:r>
          </a:p>
        </p:txBody>
      </p:sp>
    </p:spTree>
    <p:extLst>
      <p:ext uri="{BB962C8B-B14F-4D97-AF65-F5344CB8AC3E}">
        <p14:creationId xmlns:p14="http://schemas.microsoft.com/office/powerpoint/2010/main" val="3908201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48B8-433F-52BA-E03F-0BBF2078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F4BD8-F313-A912-AE14-CF8B5471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Categorize your features based off difficulty to implement</a:t>
            </a:r>
          </a:p>
          <a:p>
            <a:endParaRPr lang="en-US" b="1" dirty="0"/>
          </a:p>
          <a:p>
            <a:r>
              <a:rPr lang="en-US" dirty="0"/>
              <a:t>Safe features go first</a:t>
            </a:r>
          </a:p>
          <a:p>
            <a:r>
              <a:rPr lang="en-US" dirty="0"/>
              <a:t>Hard features go later</a:t>
            </a:r>
          </a:p>
          <a:p>
            <a:r>
              <a:rPr lang="en-US" dirty="0"/>
              <a:t>Sort safe &amp; hard features by need</a:t>
            </a:r>
          </a:p>
          <a:p>
            <a:endParaRPr lang="en-US" dirty="0"/>
          </a:p>
          <a:p>
            <a:r>
              <a:rPr lang="en-US" dirty="0"/>
              <a:t>Timeline to use: 2 months later / 4 months later / 6 months later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36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5D42-FF1C-643E-A315-7C1881CC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21D1-8EC8-237A-6171-FABD4D0B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Think back to Persona: what demographic needs you the most?</a:t>
            </a:r>
          </a:p>
          <a:p>
            <a:endParaRPr lang="en-US" b="1" dirty="0"/>
          </a:p>
          <a:p>
            <a:r>
              <a:rPr lang="en-US" b="1" dirty="0"/>
              <a:t>Release to that demographic.</a:t>
            </a:r>
          </a:p>
          <a:p>
            <a:r>
              <a:rPr lang="en-US" dirty="0"/>
              <a:t>The more specific the better:</a:t>
            </a:r>
          </a:p>
          <a:p>
            <a:pPr lvl="1"/>
            <a:r>
              <a:rPr lang="en-US" dirty="0"/>
              <a:t>“Sharing website to Software Engineers on r/</a:t>
            </a:r>
            <a:r>
              <a:rPr lang="en-US" dirty="0" err="1"/>
              <a:t>leetcode</a:t>
            </a:r>
            <a:r>
              <a:rPr lang="en-US" dirty="0"/>
              <a:t>” &gt; “Release it out the public”</a:t>
            </a:r>
          </a:p>
          <a:p>
            <a:pPr lvl="1"/>
            <a:r>
              <a:rPr lang="en-US" dirty="0"/>
              <a:t>“Handing out flyers to Mothers who shop in Trader’s Joes mid afternoon” &gt; “Release out to my friends and rely on word of month”</a:t>
            </a:r>
          </a:p>
        </p:txBody>
      </p:sp>
    </p:spTree>
    <p:extLst>
      <p:ext uri="{BB962C8B-B14F-4D97-AF65-F5344CB8AC3E}">
        <p14:creationId xmlns:p14="http://schemas.microsoft.com/office/powerpoint/2010/main" val="13641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31A3-D7D9-BCCF-CA11-5DE0CD6AE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573DB-08EF-B044-1A29-DF0BFF384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Interviewluck.com </a:t>
            </a:r>
          </a:p>
          <a:p>
            <a:endParaRPr lang="en-US" dirty="0"/>
          </a:p>
          <a:p>
            <a:r>
              <a:rPr lang="en-US" dirty="0"/>
              <a:t>I apologize for the slop, I was testing out Gamma.ai</a:t>
            </a:r>
          </a:p>
          <a:p>
            <a:endParaRPr lang="en-US" dirty="0"/>
          </a:p>
          <a:p>
            <a:r>
              <a:rPr lang="en-US" dirty="0"/>
              <a:t>DON’T follow the example of amount of text</a:t>
            </a:r>
          </a:p>
          <a:p>
            <a:r>
              <a:rPr lang="en-US" dirty="0"/>
              <a:t>DO Follow the content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7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4280</TotalTime>
  <Words>311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The absolute bare minimum of PM knowledge</vt:lpstr>
      <vt:lpstr>What even is a Product Manager</vt:lpstr>
      <vt:lpstr>Persona</vt:lpstr>
      <vt:lpstr>Metrics</vt:lpstr>
      <vt:lpstr>Roadmap</vt:lpstr>
      <vt:lpstr>Rollout</vt:lpstr>
      <vt:lpstr>Real life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Hozen</dc:creator>
  <cp:lastModifiedBy>John Hozen</cp:lastModifiedBy>
  <cp:revision>4</cp:revision>
  <dcterms:created xsi:type="dcterms:W3CDTF">2026-06-15T16:07:30Z</dcterms:created>
  <dcterms:modified xsi:type="dcterms:W3CDTF">2026-07-17T19:50:59Z</dcterms:modified>
</cp:coreProperties>
</file>